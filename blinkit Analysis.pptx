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4846-1835-4488-9C97-808F54A61795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E64297B-A564-42EB-A4B1-5E9B0C3C579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2746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4846-1835-4488-9C97-808F54A61795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4297B-A564-42EB-A4B1-5E9B0C3C579D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800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4846-1835-4488-9C97-808F54A61795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4297B-A564-42EB-A4B1-5E9B0C3C579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840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4846-1835-4488-9C97-808F54A61795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4297B-A564-42EB-A4B1-5E9B0C3C579D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40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4846-1835-4488-9C97-808F54A61795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4297B-A564-42EB-A4B1-5E9B0C3C579D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457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4846-1835-4488-9C97-808F54A61795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4297B-A564-42EB-A4B1-5E9B0C3C579D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1490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4846-1835-4488-9C97-808F54A61795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4297B-A564-42EB-A4B1-5E9B0C3C57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670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4846-1835-4488-9C97-808F54A61795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4297B-A564-42EB-A4B1-5E9B0C3C579D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9106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0BF4846-1835-4488-9C97-808F54A61795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4297B-A564-42EB-A4B1-5E9B0C3C579D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0101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4846-1835-4488-9C97-808F54A61795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4297B-A564-42EB-A4B1-5E9B0C3C579D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8697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F4846-1835-4488-9C97-808F54A61795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4297B-A564-42EB-A4B1-5E9B0C3C579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239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F4846-1835-4488-9C97-808F54A61795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E64297B-A564-42EB-A4B1-5E9B0C3C579D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8092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8B227-282F-D893-0409-DC9A88F5C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491"/>
            <a:ext cx="10515600" cy="943896"/>
          </a:xfrm>
        </p:spPr>
        <p:txBody>
          <a:bodyPr/>
          <a:lstStyle/>
          <a:p>
            <a:r>
              <a:rPr lang="en-IN" b="1" dirty="0"/>
              <a:t>                              </a:t>
            </a:r>
            <a:r>
              <a:rPr lang="en-IN" b="1" dirty="0" err="1"/>
              <a:t>blinkit</a:t>
            </a:r>
            <a:r>
              <a:rPr lang="en-IN" b="1" dirty="0"/>
              <a:t>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78C84-EA80-A4FB-5F17-D6FE0E711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1445342"/>
            <a:ext cx="11284974" cy="4731621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BUSINESS REQUIREMENT: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conduct a comprehensive analysis of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Blinkit's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performance, customer satisfaction, and inventory distribution to identify key insights and opportunities for optimization using various KPIs and visualizations in Power BI.</a:t>
            </a:r>
            <a:endParaRPr lang="en-IN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/>
              <a:t>KPI’s Requirements</a:t>
            </a:r>
            <a:endParaRPr lang="en-IN" b="0" dirty="0">
              <a:effectLst/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overall revenue generated from all items sold.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Sales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average revenue per sale.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Items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total count of different items sold.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average customer rating for items sold. 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IN" dirty="0"/>
            </a:b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8477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7CE4E-35CC-2756-F61E-61132FE15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319406"/>
            <a:ext cx="10515600" cy="457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8221D-FFF0-C502-137E-7BDE3617A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832301"/>
            <a:ext cx="11284974" cy="534466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Granular Requirements:</a:t>
            </a:r>
          </a:p>
          <a:p>
            <a:pPr marL="0" indent="0">
              <a:buNone/>
            </a:pPr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1. Total Sales by Fat Content</a:t>
            </a: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33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Objective: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impact of fat content on total sales.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Additional KPI Metrics: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how other KPIs (Average Sales, Number of Items, Average Rating) vary with fat content.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Total Sales by Item Type</a:t>
            </a: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33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Objective: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performance of different item types in terms of total sales.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Additional KPI Metrics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Assess how other KPIs (Average Sales, Number of Items, Average Rating) vary with fat content.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Fat Content by Outlet for Total Sales</a:t>
            </a: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33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Objective: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total sales across different outlets segmented by fat content.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Additional KPI Metrics: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how other KPIs (Average Sales, Number of Items, Average Rating) vary with fat content.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Total Sales by Outlet Establishment</a:t>
            </a: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33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Objective: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how the age or type of outlet establishment influences total sales.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IN" dirty="0"/>
            </a:br>
            <a:endParaRPr lang="en-IN" b="0" dirty="0">
              <a:effectLst/>
            </a:endParaRP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8763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78B50-7A15-AC92-081C-9312CA03C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1117381" y="248417"/>
            <a:ext cx="9603275" cy="123482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521E9-4630-1DB1-41C2-72B05206C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55" y="521110"/>
            <a:ext cx="11245645" cy="56558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5. Percentage of Sales by Outlet Size:</a:t>
            </a:r>
            <a:endParaRPr lang="en-IN" sz="19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Objective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correlation between outlet size and total sales.</a:t>
            </a:r>
            <a:endParaRPr lang="en-IN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Sales by Outlet Location:</a:t>
            </a:r>
            <a:endParaRPr lang="en-IN" sz="19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Objective: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the geographic distribution of sales across different locations.</a:t>
            </a:r>
            <a:endParaRPr lang="en-IN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7. All Metrics by Outlet Type:</a:t>
            </a:r>
            <a:endParaRPr lang="en-IN" sz="1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Objective: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comprehensive view of all key metrics (Total Sales, Average Sales, Number of Items, Average Rating)broken down . .  .       by different outlet types.</a:t>
            </a:r>
            <a:endParaRPr lang="en-IN" sz="15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196691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20</TotalTime>
  <Words>353</Words>
  <Application>Microsoft Office PowerPoint</Application>
  <PresentationFormat>Widescreen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Gill Sans MT</vt:lpstr>
      <vt:lpstr>Times New Roman</vt:lpstr>
      <vt:lpstr>Gallery</vt:lpstr>
      <vt:lpstr>                              blinkit Analysis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KS Adhya</dc:creator>
  <cp:lastModifiedBy>KS Adhya</cp:lastModifiedBy>
  <cp:revision>1</cp:revision>
  <dcterms:created xsi:type="dcterms:W3CDTF">2026-06-27T14:12:39Z</dcterms:created>
  <dcterms:modified xsi:type="dcterms:W3CDTF">2026-06-27T14:33:18Z</dcterms:modified>
</cp:coreProperties>
</file>